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F3B98-BA79-483D-90E4-3C43EED0A090}" v="92" dt="2026-04-28T05:24:46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E5ECDB60-A07B-C605-54BE-57DFA49DC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" y="36674"/>
            <a:ext cx="12180795" cy="67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045E8E0-908B-4970-C083-EFE81EA53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" y="-8150"/>
            <a:ext cx="12180794" cy="68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8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DD441F9-0810-1C42-EA2D-5087CEB1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7"/>
            <a:ext cx="12371294" cy="687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4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usa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541F0C1-96DE-1C2D-67E9-4E207AA8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7"/>
            <a:ext cx="12192000" cy="68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4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usa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19475C4-CC21-604E-A77D-C7594D781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7"/>
            <a:ext cx="12192000" cy="687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6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9CB8B22F-A3C7-BC76-D9A3-B7CE5D05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767"/>
            <a:ext cx="12192000" cy="694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5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usa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8BEA27F-20AD-BDB8-68D0-3962E290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62"/>
            <a:ext cx="12192000" cy="684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4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usa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5B15671-7049-6949-DBCB-29A1FDB5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68"/>
            <a:ext cx="12192000" cy="68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8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usa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344FFC5-6451-774A-B150-129B2E022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47"/>
            <a:ext cx="12192000" cy="686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7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6B272AD-5513-5DF9-EC46-074F0F98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76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usa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4245B49-8230-FCAB-B091-CCC188B1A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87F983C-457B-02C3-A3F0-2193A33A9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720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83</cp:revision>
  <dcterms:created xsi:type="dcterms:W3CDTF">2026-03-28T22:16:30Z</dcterms:created>
  <dcterms:modified xsi:type="dcterms:W3CDTF">2026-04-28T05:45:32Z</dcterms:modified>
</cp:coreProperties>
</file>